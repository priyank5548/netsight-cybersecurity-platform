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League Spartan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L4Y96Ik3yhz7WCvtgofFDvgg8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eagueSpartan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LeagueSparta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2172501" y="2855263"/>
            <a:ext cx="13018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“Think before you click”</a:t>
            </a:r>
            <a:endParaRPr sz="8000"/>
          </a:p>
        </p:txBody>
      </p:sp>
      <p:sp>
        <p:nvSpPr>
          <p:cNvPr id="91" name="Google Shape;91;p1"/>
          <p:cNvSpPr txBox="1"/>
          <p:nvPr/>
        </p:nvSpPr>
        <p:spPr>
          <a:xfrm>
            <a:off x="2524515" y="4159119"/>
            <a:ext cx="13459500" cy="56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73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DefendX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Team Members: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 Riddhi Goswami (Leader)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Priyanshi Sadhu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Lavanya Guhe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Maahi Desai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73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5-Day Bootcamp on Digital Forensics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73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Final Presentation | 20 February 2026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73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Gujarat Technological University</a:t>
            </a:r>
            <a:endParaRPr/>
          </a:p>
          <a:p>
            <a:pPr indent="0" lvl="0" marL="0" marR="0" rtl="0" algn="ctr">
              <a:lnSpc>
                <a:spcPct val="1743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73">
              <a:solidFill>
                <a:srgbClr val="0C357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032412" y="2061531"/>
            <a:ext cx="13806344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>
                <a:solidFill>
                  <a:srgbClr val="0C35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5 - Days Bootcamp on Digital Forensics</a:t>
            </a: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4088387" y="5524"/>
            <a:ext cx="7715192" cy="2174182"/>
            <a:chOff x="0" y="0"/>
            <a:chExt cx="10286922" cy="2898910"/>
          </a:xfrm>
        </p:grpSpPr>
        <p:sp>
          <p:nvSpPr>
            <p:cNvPr id="94" name="Google Shape;94;p1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5" name="Google Shape;95;p1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1524000" y="1863137"/>
            <a:ext cx="14574322" cy="126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9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PROBLEM STATEMENT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7" name="Google Shape;107;p2"/>
          <p:cNvGrpSpPr/>
          <p:nvPr/>
        </p:nvGrpSpPr>
        <p:grpSpPr>
          <a:xfrm>
            <a:off x="4202125" y="69463"/>
            <a:ext cx="7715192" cy="1918474"/>
            <a:chOff x="0" y="0"/>
            <a:chExt cx="10286922" cy="2898910"/>
          </a:xfrm>
        </p:grpSpPr>
        <p:sp>
          <p:nvSpPr>
            <p:cNvPr id="108" name="Google Shape;108;p2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9" name="Google Shape;109;p2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10" name="Google Shape;110;p2"/>
          <p:cNvGrpSpPr/>
          <p:nvPr/>
        </p:nvGrpSpPr>
        <p:grpSpPr>
          <a:xfrm>
            <a:off x="2036994" y="3096933"/>
            <a:ext cx="14065823" cy="5685840"/>
            <a:chOff x="84432" y="500628"/>
            <a:chExt cx="14065823" cy="5685840"/>
          </a:xfrm>
        </p:grpSpPr>
        <p:sp>
          <p:nvSpPr>
            <p:cNvPr id="111" name="Google Shape;111;p2"/>
            <p:cNvSpPr/>
            <p:nvPr/>
          </p:nvSpPr>
          <p:spPr>
            <a:xfrm>
              <a:off x="84432" y="547376"/>
              <a:ext cx="4420061" cy="5639092"/>
            </a:xfrm>
            <a:prstGeom prst="roundRect">
              <a:avLst>
                <a:gd fmla="val 5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 rot="-5400000">
              <a:off x="-1785588" y="2417398"/>
              <a:ext cx="4624056" cy="884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11125" wrap="square" tIns="857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sz="2500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988686" y="547376"/>
              <a:ext cx="3292946" cy="5639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988686" y="547376"/>
              <a:ext cx="3292946" cy="5639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frequently click on malicious or phishing links without analyzing the risk, leading to data theft, financial loss, and system compromise.</a:t>
              </a:r>
              <a:b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Existing security tools focus on blocking threats but do not intervene in human decision-making at the moment of click</a:t>
              </a: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t/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t/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587295" y="500628"/>
              <a:ext cx="4699243" cy="5639092"/>
            </a:xfrm>
            <a:prstGeom prst="roundRect">
              <a:avLst>
                <a:gd fmla="val 5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 rot="-5400000">
              <a:off x="2745191" y="2342732"/>
              <a:ext cx="4624056" cy="9398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11125" wrap="square" tIns="857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 rot="5400000">
              <a:off x="4196457" y="4982087"/>
              <a:ext cx="828668" cy="704886"/>
            </a:xfrm>
            <a:prstGeom prst="flowChartExtra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527144" y="500628"/>
              <a:ext cx="3500936" cy="5639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5527144" y="500628"/>
              <a:ext cx="3500936" cy="5639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Problem Importance: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Phishing is one of the top cyber attack methods globally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Human error is the weakest link in cybersecurity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 single click can expose credentials and sensitive data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Traditional tools protect systems, not user behavior</a:t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9451012" y="500628"/>
              <a:ext cx="4699243" cy="5639092"/>
            </a:xfrm>
            <a:prstGeom prst="roundRect">
              <a:avLst>
                <a:gd fmla="val 5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 rot="-5400000">
              <a:off x="7608909" y="2342732"/>
              <a:ext cx="4624056" cy="9398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11125" wrap="square" tIns="8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sz="2500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 rot="5400000">
              <a:off x="9060174" y="4982087"/>
              <a:ext cx="828668" cy="704886"/>
            </a:xfrm>
            <a:prstGeom prst="flowChartExtra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0390861" y="500628"/>
              <a:ext cx="3500936" cy="5639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10390861" y="500628"/>
              <a:ext cx="3500936" cy="5639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Current challenges and gaps: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Reactive detection using blacklists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 real-time behavioral interruption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Lack of explainable AI warnings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 psychological awareness integration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Users are not trained at the moment of risk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t/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t/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3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3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1640995" y="2093451"/>
            <a:ext cx="1458917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0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DOMAIN &amp; RELEVANCE</a:t>
            </a:r>
            <a:endParaRPr/>
          </a:p>
        </p:txBody>
      </p:sp>
      <p:grpSp>
        <p:nvGrpSpPr>
          <p:cNvPr id="136" name="Google Shape;136;p3"/>
          <p:cNvGrpSpPr/>
          <p:nvPr/>
        </p:nvGrpSpPr>
        <p:grpSpPr>
          <a:xfrm>
            <a:off x="4209382" y="-14514"/>
            <a:ext cx="7715192" cy="2174182"/>
            <a:chOff x="0" y="0"/>
            <a:chExt cx="10286922" cy="2898910"/>
          </a:xfrm>
        </p:grpSpPr>
        <p:sp>
          <p:nvSpPr>
            <p:cNvPr id="137" name="Google Shape;137;p3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8" name="Google Shape;138;p3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9" name="Google Shape;139;p3"/>
          <p:cNvGrpSpPr/>
          <p:nvPr/>
        </p:nvGrpSpPr>
        <p:grpSpPr>
          <a:xfrm>
            <a:off x="2222055" y="3468627"/>
            <a:ext cx="14020793" cy="4637307"/>
            <a:chOff x="3" y="876951"/>
            <a:chExt cx="14020793" cy="4637307"/>
          </a:xfrm>
        </p:grpSpPr>
        <p:sp>
          <p:nvSpPr>
            <p:cNvPr id="140" name="Google Shape;140;p3"/>
            <p:cNvSpPr/>
            <p:nvPr/>
          </p:nvSpPr>
          <p:spPr>
            <a:xfrm>
              <a:off x="3" y="876951"/>
              <a:ext cx="14020793" cy="374377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6846" y="1483237"/>
              <a:ext cx="4518422" cy="4031021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203624" y="1680015"/>
              <a:ext cx="4124866" cy="3637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Domain: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Threat Intelligence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Sub-domain: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Phishing detection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Browser-based threat prevention</a:t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4783014" y="1468946"/>
              <a:ext cx="4518422" cy="4031532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4979817" y="1665749"/>
              <a:ext cx="4124816" cy="3637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Real world relevance/use case: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Prevents phishing attacks on real timeProtects users from fake banking and login pages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Reduces credential theft and identity fraud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Can be deployed in schools, colleges, and corporate environments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Useful for organizations to reduce human-based cyber risks.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9495532" y="1560740"/>
              <a:ext cx="4518422" cy="387601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 txBox="1"/>
            <p:nvPr/>
          </p:nvSpPr>
          <p:spPr>
            <a:xfrm>
              <a:off x="9684743" y="1749951"/>
              <a:ext cx="4140000" cy="349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Who will Benefit: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Individual internet users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Students and beginners vulnerable to phishing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Corporate employees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IT security teams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Educational institutions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Organizations conducting security awareness training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4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4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4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4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4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4"/>
          <p:cNvSpPr txBox="1"/>
          <p:nvPr/>
        </p:nvSpPr>
        <p:spPr>
          <a:xfrm>
            <a:off x="1249627" y="2197894"/>
            <a:ext cx="1470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5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PROPOSED SOLUTION OVERVIEW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2881294" y="3247738"/>
            <a:ext cx="12376375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Brief description: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“Think Before You Click” is an AI-powered browser extension that intercepts link clicks, analyzes the URL using a Python-based risk engine, and warns users in real time before they visit potentially malicious websites.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It generates a risk score, explains suspicious patterns, and provides psychological awareness messages to encourage safer decision-making.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Key Objectives: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Detect phishing and suspicious URLs in real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Provide clear explanation of detected threats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Introduce a decision pause before navigation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Improve user awareness through psychology-based warnings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Reduce human-based cyber security risks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How It Addresses the Problem: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Intercepts link clicks before execution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Uses AI logic to analyze suspicious URL patterns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Identifies phishing indicators (IP usage, long URLs, login keywords, etc.)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Explains why the link is risky instead of just blocking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Encourages users to think before proceeding</a:t>
            </a:r>
            <a:endParaRPr/>
          </a:p>
        </p:txBody>
      </p:sp>
      <p:grpSp>
        <p:nvGrpSpPr>
          <p:cNvPr id="159" name="Google Shape;159;p4"/>
          <p:cNvGrpSpPr/>
          <p:nvPr/>
        </p:nvGrpSpPr>
        <p:grpSpPr>
          <a:xfrm>
            <a:off x="4085577" y="163392"/>
            <a:ext cx="7715192" cy="2174182"/>
            <a:chOff x="0" y="0"/>
            <a:chExt cx="10286922" cy="2898910"/>
          </a:xfrm>
        </p:grpSpPr>
        <p:sp>
          <p:nvSpPr>
            <p:cNvPr id="160" name="Google Shape;160;p4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1" name="Google Shape;161;p4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5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5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5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5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5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5"/>
          <p:cNvSpPr txBox="1"/>
          <p:nvPr/>
        </p:nvSpPr>
        <p:spPr>
          <a:xfrm>
            <a:off x="-277135" y="2337570"/>
            <a:ext cx="17640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5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TECHNICAL ARCHITECTURE / WORKFLOW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6603451" y="3353655"/>
            <a:ext cx="11785481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Key Components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Browser Extension</a:t>
            </a: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 – Detects link clicks and shows warning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Backend API (Flask)</a:t>
            </a: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 – Receives URL and processes 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AI Risk Analyzer</a:t>
            </a: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 – Calculates risk score and explanation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Psychology Layer</a:t>
            </a: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 – Displays awareness message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Data Flow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Click detected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URL sent to backend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AI analyzes URL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Risk score returned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Warning displayed to user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5"/>
          <p:cNvGrpSpPr/>
          <p:nvPr/>
        </p:nvGrpSpPr>
        <p:grpSpPr>
          <a:xfrm>
            <a:off x="4085577" y="163392"/>
            <a:ext cx="7715192" cy="2174182"/>
            <a:chOff x="0" y="0"/>
            <a:chExt cx="10286922" cy="2898910"/>
          </a:xfrm>
        </p:grpSpPr>
        <p:sp>
          <p:nvSpPr>
            <p:cNvPr id="175" name="Google Shape;175;p5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6" name="Google Shape;176;p5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177" name="Google Shape;17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9850" y="3164472"/>
            <a:ext cx="5139796" cy="56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6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6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6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6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6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6"/>
          <p:cNvSpPr txBox="1"/>
          <p:nvPr/>
        </p:nvSpPr>
        <p:spPr>
          <a:xfrm>
            <a:off x="1648423" y="2238682"/>
            <a:ext cx="1457432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05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IMPLEMENTATION &amp; TOOLS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2057400" y="3684852"/>
            <a:ext cx="12376375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Frontend (Extension)</a:t>
            </a:r>
            <a:endParaRPr sz="22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Chrome Extension API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sz="22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Flask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Implementation Status: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Browser extension created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Link click interception implemented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Backend API developed using Flask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URL risk scoring logic implemented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Warning popup with explanation working</a:t>
            </a:r>
            <a:endParaRPr/>
          </a:p>
        </p:txBody>
      </p:sp>
      <p:grpSp>
        <p:nvGrpSpPr>
          <p:cNvPr id="190" name="Google Shape;190;p6"/>
          <p:cNvGrpSpPr/>
          <p:nvPr/>
        </p:nvGrpSpPr>
        <p:grpSpPr>
          <a:xfrm>
            <a:off x="4085577" y="163392"/>
            <a:ext cx="7715192" cy="2174182"/>
            <a:chOff x="0" y="0"/>
            <a:chExt cx="10286922" cy="2898910"/>
          </a:xfrm>
        </p:grpSpPr>
        <p:sp>
          <p:nvSpPr>
            <p:cNvPr id="191" name="Google Shape;191;p6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2" name="Google Shape;192;p6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7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7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7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7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7"/>
          <p:cNvSpPr txBox="1"/>
          <p:nvPr/>
        </p:nvSpPr>
        <p:spPr>
          <a:xfrm>
            <a:off x="411688" y="2308226"/>
            <a:ext cx="1582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5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OUTCOME / DEMONSTRATION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2133600" y="3077723"/>
            <a:ext cx="12376375" cy="311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Key Findings / Outputs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Real-time interception of link clicks is achievable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Simple URL features can effectively indicate phishing risk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Users are more cautious when shown explanation + awareness message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Behavioral pause increases security awareness</a:t>
            </a:r>
            <a:endParaRPr/>
          </a:p>
          <a:p>
            <a:pPr indent="0" lvl="0" marL="0" marR="0" rtl="0" algn="just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0C357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7"/>
          <p:cNvGrpSpPr/>
          <p:nvPr/>
        </p:nvGrpSpPr>
        <p:grpSpPr>
          <a:xfrm>
            <a:off x="4085577" y="163392"/>
            <a:ext cx="7715192" cy="1855220"/>
            <a:chOff x="0" y="0"/>
            <a:chExt cx="10286922" cy="2898910"/>
          </a:xfrm>
        </p:grpSpPr>
        <p:sp>
          <p:nvSpPr>
            <p:cNvPr id="206" name="Google Shape;206;p7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7" name="Google Shape;207;p7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8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8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8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8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8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8"/>
          <p:cNvSpPr txBox="1"/>
          <p:nvPr/>
        </p:nvSpPr>
        <p:spPr>
          <a:xfrm>
            <a:off x="1314450" y="2337571"/>
            <a:ext cx="153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5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LIMITATIONS &amp; FUTURE SCOPE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2555717" y="3126541"/>
            <a:ext cx="12376375" cy="5847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Current Limitations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Works mainly as a prototype (local backend server)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No centralized dashboard or logging 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Only browser-level protection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Future Enhancements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Integrate machine learning classifier trained on large phishing datasets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Add real-time domain reputation API integration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Create user risk history dashboard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Add adaptive learning based on user behaviour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Deploy as cloud-hosted backend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Multi-browser support (Chrome, Edge, Firefox)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Scope for Real-World Deployment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Can be deployed in corporate environments for employee protection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Useful in educational institutions for cyber awareness training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Can be integrated with enterprise security systems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Suitable for public cybersecurity awareness programs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Potential SaaS security product for individual users</a:t>
            </a:r>
            <a:endParaRPr/>
          </a:p>
        </p:txBody>
      </p:sp>
      <p:grpSp>
        <p:nvGrpSpPr>
          <p:cNvPr id="220" name="Google Shape;220;p8"/>
          <p:cNvGrpSpPr/>
          <p:nvPr/>
        </p:nvGrpSpPr>
        <p:grpSpPr>
          <a:xfrm>
            <a:off x="4085577" y="163392"/>
            <a:ext cx="7715192" cy="2174182"/>
            <a:chOff x="0" y="0"/>
            <a:chExt cx="10286922" cy="2898910"/>
          </a:xfrm>
        </p:grpSpPr>
        <p:sp>
          <p:nvSpPr>
            <p:cNvPr id="221" name="Google Shape;221;p8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2" name="Google Shape;222;p8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2F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-624614" y="6515100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9"/>
          <p:cNvSpPr/>
          <p:nvPr/>
        </p:nvSpPr>
        <p:spPr>
          <a:xfrm rot="10800000">
            <a:off x="11924574" y="-357188"/>
            <a:ext cx="7059478" cy="4114800"/>
          </a:xfrm>
          <a:custGeom>
            <a:rect b="b" l="l" r="r" t="t"/>
            <a:pathLst>
              <a:path extrusionOk="0"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9"/>
          <p:cNvSpPr/>
          <p:nvPr/>
        </p:nvSpPr>
        <p:spPr>
          <a:xfrm rot="-5002168">
            <a:off x="-1222246" y="-3356253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9"/>
          <p:cNvSpPr/>
          <p:nvPr/>
        </p:nvSpPr>
        <p:spPr>
          <a:xfrm rot="5797832">
            <a:off x="14265687" y="7630834"/>
            <a:ext cx="5987226" cy="5998131"/>
          </a:xfrm>
          <a:custGeom>
            <a:rect b="b" l="l" r="r" t="t"/>
            <a:pathLst>
              <a:path extrusionOk="0"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9"/>
          <p:cNvSpPr/>
          <p:nvPr/>
        </p:nvSpPr>
        <p:spPr>
          <a:xfrm rot="7488824">
            <a:off x="-221065" y="7727724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9"/>
          <p:cNvSpPr/>
          <p:nvPr/>
        </p:nvSpPr>
        <p:spPr>
          <a:xfrm rot="7488824">
            <a:off x="17178162" y="-1873476"/>
            <a:ext cx="3071030" cy="5804353"/>
          </a:xfrm>
          <a:custGeom>
            <a:rect b="b" l="l" r="r" t="t"/>
            <a:pathLst>
              <a:path extrusionOk="0"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9"/>
          <p:cNvSpPr txBox="1"/>
          <p:nvPr/>
        </p:nvSpPr>
        <p:spPr>
          <a:xfrm>
            <a:off x="1771366" y="3031490"/>
            <a:ext cx="13018493" cy="1309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0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  <a:t>CONCLUSION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1447801" y="4701641"/>
            <a:ext cx="15811500" cy="2625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Think Before You Click” is an AI-powered browser extension that enhances cybersecurity by adding a real-time decision pause before risky link navigation.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It combines AI analysis and psychological awareness to reduce phishing attacks and promote safer online behavior.</a:t>
            </a:r>
            <a:endParaRPr/>
          </a:p>
          <a:p>
            <a:pPr indent="0" lvl="0" marL="0" marR="0" rtl="0" algn="just">
              <a:lnSpc>
                <a:spcPct val="2519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C357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" name="Google Shape;235;p9"/>
          <p:cNvGrpSpPr/>
          <p:nvPr/>
        </p:nvGrpSpPr>
        <p:grpSpPr>
          <a:xfrm>
            <a:off x="4085577" y="163392"/>
            <a:ext cx="7715192" cy="2174182"/>
            <a:chOff x="0" y="0"/>
            <a:chExt cx="10286922" cy="2898910"/>
          </a:xfrm>
        </p:grpSpPr>
        <p:sp>
          <p:nvSpPr>
            <p:cNvPr id="236" name="Google Shape;236;p9"/>
            <p:cNvSpPr/>
            <p:nvPr/>
          </p:nvSpPr>
          <p:spPr>
            <a:xfrm>
              <a:off x="7706714" y="165074"/>
              <a:ext cx="2580208" cy="2580208"/>
            </a:xfrm>
            <a:custGeom>
              <a:rect b="b" l="l" r="r" t="t"/>
              <a:pathLst>
                <a:path extrusionOk="0" h="2580208" w="2580208">
                  <a:moveTo>
                    <a:pt x="0" y="0"/>
                  </a:moveTo>
                  <a:lnTo>
                    <a:pt x="2580208" y="0"/>
                  </a:lnTo>
                  <a:lnTo>
                    <a:pt x="2580208" y="2580208"/>
                  </a:lnTo>
                  <a:lnTo>
                    <a:pt x="0" y="25802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7" name="Google Shape;237;p9"/>
            <p:cNvSpPr/>
            <p:nvPr/>
          </p:nvSpPr>
          <p:spPr>
            <a:xfrm>
              <a:off x="0" y="0"/>
              <a:ext cx="2858567" cy="2898910"/>
            </a:xfrm>
            <a:custGeom>
              <a:rect b="b" l="l" r="r" t="t"/>
              <a:pathLst>
                <a:path extrusionOk="0" h="2898910" w="2858567">
                  <a:moveTo>
                    <a:pt x="0" y="0"/>
                  </a:moveTo>
                  <a:lnTo>
                    <a:pt x="2858567" y="0"/>
                  </a:lnTo>
                  <a:lnTo>
                    <a:pt x="2858567" y="2898910"/>
                  </a:lnTo>
                  <a:lnTo>
                    <a:pt x="0" y="2898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Dell</dc:creator>
</cp:coreProperties>
</file>